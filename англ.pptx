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Лера Михайлова" userId="fc931c9e8bf263e7" providerId="LiveId" clId="{D7420246-8F45-470B-B470-7AB3367300BB}"/>
    <pc:docChg chg="modSld">
      <pc:chgData name="Лера Михайлова" userId="fc931c9e8bf263e7" providerId="LiveId" clId="{D7420246-8F45-470B-B470-7AB3367300BB}" dt="2026-02-23T09:46:55.590" v="7" actId="14100"/>
      <pc:docMkLst>
        <pc:docMk/>
      </pc:docMkLst>
      <pc:sldChg chg="addSp modSp mod">
        <pc:chgData name="Лера Михайлова" userId="fc931c9e8bf263e7" providerId="LiveId" clId="{D7420246-8F45-470B-B470-7AB3367300BB}" dt="2026-02-23T09:46:55.590" v="7" actId="14100"/>
        <pc:sldMkLst>
          <pc:docMk/>
          <pc:sldMk cId="1002298386" sldId="258"/>
        </pc:sldMkLst>
        <pc:spChg chg="add mod">
          <ac:chgData name="Лера Михайлова" userId="fc931c9e8bf263e7" providerId="LiveId" clId="{D7420246-8F45-470B-B470-7AB3367300BB}" dt="2026-02-23T09:46:45.798" v="4" actId="1076"/>
          <ac:spMkLst>
            <pc:docMk/>
            <pc:sldMk cId="1002298386" sldId="258"/>
            <ac:spMk id="26" creationId="{C1577370-8404-47B4-839B-28DC486CAA56}"/>
          </ac:spMkLst>
        </pc:spChg>
        <pc:cxnChg chg="add mod">
          <ac:chgData name="Лера Михайлова" userId="fc931c9e8bf263e7" providerId="LiveId" clId="{D7420246-8F45-470B-B470-7AB3367300BB}" dt="2026-02-23T09:46:55.590" v="7" actId="14100"/>
          <ac:cxnSpMkLst>
            <pc:docMk/>
            <pc:sldMk cId="1002298386" sldId="258"/>
            <ac:cxnSpMk id="27" creationId="{CA851ED2-6E73-46E6-81ED-E35849757D3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5C6052-8872-4E86-B9BA-7089AB8CE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D61A16D-8883-4307-BDD9-B29F439F48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661D198-EDC1-4BDD-A1B5-D496E27F4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A592B-F5D0-4D80-A75A-55148B572F84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9B7179-D059-4B22-AE92-3E4FCFD46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1ED2D4B-B110-4413-8604-F1601DC44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29F5-6919-48CC-BFE7-11FA77B39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6715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CC880-35C5-476A-9108-CC8A8A895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BB4F2A-0D6E-4131-AAD6-254AD7751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B5C417-EF8D-4AFB-915C-34EFE8CDE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A592B-F5D0-4D80-A75A-55148B572F84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76E1E0-7096-4936-92A1-178C456A8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E84633-8AA9-420C-A95E-31927C327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29F5-6919-48CC-BFE7-11FA77B39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2878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C7EBDE-183C-45CE-A8BA-0DEF73F34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848B4AD-D1F7-41E6-8B06-051D71166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32F271-9DB3-46E0-A2E9-28405CCF6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A592B-F5D0-4D80-A75A-55148B572F84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25F324-BBED-40DF-8647-A1997945C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2AF732-BFE3-4328-9E20-E4AFB771E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29F5-6919-48CC-BFE7-11FA77B39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3415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3E7C4A-93DE-4903-8086-F6B8167AB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1D9FCA-3106-4540-8E9C-31319F688A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D579C6A-7507-449E-B919-E1E5D8E7B6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2B21FC-656B-42AF-BC8A-EB423DBAB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A592B-F5D0-4D80-A75A-55148B572F84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D47F25E-20AF-447F-B787-50990017B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D7D6816-08AF-4FEF-A5C7-B10A00B36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29F5-6919-48CC-BFE7-11FA77B39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0719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33578A-D6C8-47BC-9415-2C7135AD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C6D26A7-5F3E-40A6-BAA1-D7EB24B0B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E99E54E-E273-4625-A7F7-AE9C1092A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9750ABF-F058-4A00-A1FE-C64859F7CF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2BF9B2F-584D-428B-BA88-103A67B7A7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CACEDA5-6740-46F0-B53C-719CE59B1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A592B-F5D0-4D80-A75A-55148B572F84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5D49238-F606-40BD-BA2F-677201612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107C90D-C637-4135-88AB-BEA731A5F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29F5-6919-48CC-BFE7-11FA77B39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064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4D43E2-8254-43AE-AAE0-35A5CE17D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2542D67-2688-41F7-B733-8BA4B57B4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A592B-F5D0-4D80-A75A-55148B572F84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F0A9D13-4E7B-4202-AC31-B09C252A5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0BBA7CF-38EF-47FE-9CF2-08303CD7F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29F5-6919-48CC-BFE7-11FA77B39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1412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DEF8C12-E29B-456C-9C19-E38686140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A592B-F5D0-4D80-A75A-55148B572F84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F1B2A3E-CBBB-40AD-842B-76D089B3C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5FC7787-50D8-44FD-B3DE-F2AB95C5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29F5-6919-48CC-BFE7-11FA77B39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6636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89BC47-EAA0-4D42-8726-5FDB4DCBB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D8940A-DB55-444A-90AC-1AFE4D243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C140233-5775-4C3A-8A1C-0A33992E8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0F4E5EC-9AF9-4D24-8E3D-4B46ACC5E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A592B-F5D0-4D80-A75A-55148B572F84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9CD4A64-C6E0-45F5-9E7E-4BD2460EC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69F96A0-E5CB-404A-B448-6140202C1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29F5-6919-48CC-BFE7-11FA77B39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0987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850D81-6FE7-4037-AE15-D40CFB699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ACB7027-085F-48C2-A9C0-9E3BEEF263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BA49D85-37A6-4190-99C9-44CA40FF6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AFAB1B8-9271-434D-8C05-044598D66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A592B-F5D0-4D80-A75A-55148B572F84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01DDCA-530D-44A0-B328-231AED4BD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B0D7B1-4E1E-444A-B64D-8108083F7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29F5-6919-48CC-BFE7-11FA77B39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1597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D44383-8C50-467B-9F0B-13B2E76FC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292AFEC-7FE3-473D-9E03-7D8DDEE62D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4858BD-D85E-47A0-BFEC-F972675D0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A592B-F5D0-4D80-A75A-55148B572F84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7D1E39-36A8-4348-9D84-AE0B028B3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1E60DB-F006-44A9-84D9-BDC844243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29F5-6919-48CC-BFE7-11FA77B39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8759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C984D83-14EE-4D05-8062-566CEDBF2D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95E16F8-E03B-46EE-8C57-C6E1150BC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605025-2BFF-4D4B-898A-A562F4A8E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A592B-F5D0-4D80-A75A-55148B572F84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4EB491-0B67-4AD4-86F4-FB3E99771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388FB5-DD33-47F9-B71A-A53A38D62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B29F5-6919-48CC-BFE7-11FA77B39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1311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20B087-1E86-4CA9-825F-B86960DF3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7E743DF-2D2D-4D74-895E-317C26FC6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519A09-3EA4-473C-9BBD-6EF1BC9658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4A592B-F5D0-4D80-A75A-55148B572F84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C2FC23-EF2D-4183-9581-A4DB14A796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A2AAA5-5F6A-4FC1-A16E-4428B91905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5B29F5-6919-48CC-BFE7-11FA77B39D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8007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2B9AE9-34FF-4B07-9930-04D92FA0A7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Yandex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23CF132-5D29-47B7-9086-D25531C9D9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Mikhaylova</a:t>
            </a:r>
            <a:r>
              <a:rPr lang="en-US" dirty="0"/>
              <a:t> Lera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3652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C0AA6F9C-EFEE-49DA-AFAB-B795029592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4634" y="259442"/>
            <a:ext cx="10620590" cy="5974082"/>
          </a:xfr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84C509CA-781D-4582-B7ED-99BB66B6571D}"/>
              </a:ext>
            </a:extLst>
          </p:cNvPr>
          <p:cNvCxnSpPr>
            <a:cxnSpLocks/>
          </p:cNvCxnSpPr>
          <p:nvPr/>
        </p:nvCxnSpPr>
        <p:spPr>
          <a:xfrm flipH="1">
            <a:off x="10850252" y="2158738"/>
            <a:ext cx="838985" cy="6598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726E1EC-0A7A-409F-88B4-556D180A6FB9}"/>
              </a:ext>
            </a:extLst>
          </p:cNvPr>
          <p:cNvSpPr txBox="1"/>
          <p:nvPr/>
        </p:nvSpPr>
        <p:spPr>
          <a:xfrm>
            <a:off x="10153116" y="2070377"/>
            <a:ext cx="7823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Scroll bar</a:t>
            </a:r>
            <a:endParaRPr lang="ru-RU" sz="1200" b="1" dirty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663D1864-69B2-433F-BC95-70569ED71105}"/>
              </a:ext>
            </a:extLst>
          </p:cNvPr>
          <p:cNvCxnSpPr>
            <a:cxnSpLocks/>
          </p:cNvCxnSpPr>
          <p:nvPr/>
        </p:nvCxnSpPr>
        <p:spPr>
          <a:xfrm>
            <a:off x="4463553" y="634980"/>
            <a:ext cx="422634" cy="36607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0AA63A9-3D5E-4603-B568-8E40E936ABC7}"/>
              </a:ext>
            </a:extLst>
          </p:cNvPr>
          <p:cNvSpPr txBox="1"/>
          <p:nvPr/>
        </p:nvSpPr>
        <p:spPr>
          <a:xfrm>
            <a:off x="4815406" y="851554"/>
            <a:ext cx="8783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Search box</a:t>
            </a:r>
            <a:endParaRPr lang="ru-RU" sz="1200" b="1" dirty="0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1608BF0C-0748-4F74-ADA4-EDE624E9D9AD}"/>
              </a:ext>
            </a:extLst>
          </p:cNvPr>
          <p:cNvCxnSpPr>
            <a:cxnSpLocks/>
          </p:cNvCxnSpPr>
          <p:nvPr/>
        </p:nvCxnSpPr>
        <p:spPr>
          <a:xfrm>
            <a:off x="1288602" y="699154"/>
            <a:ext cx="65199" cy="43368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7A5D765-65C7-4A0C-AE3E-C17E4D12599F}"/>
              </a:ext>
            </a:extLst>
          </p:cNvPr>
          <p:cNvSpPr txBox="1"/>
          <p:nvPr/>
        </p:nvSpPr>
        <p:spPr>
          <a:xfrm>
            <a:off x="1134634" y="1065227"/>
            <a:ext cx="13195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Go back one page</a:t>
            </a:r>
            <a:endParaRPr lang="ru-RU" sz="1200" b="1" dirty="0"/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97614878-36EE-444C-B950-85FC58440529}"/>
              </a:ext>
            </a:extLst>
          </p:cNvPr>
          <p:cNvCxnSpPr>
            <a:cxnSpLocks/>
          </p:cNvCxnSpPr>
          <p:nvPr/>
        </p:nvCxnSpPr>
        <p:spPr>
          <a:xfrm>
            <a:off x="10578465" y="674370"/>
            <a:ext cx="38520" cy="19243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FEA15E7-1C79-457F-9C38-3190331D00FA}"/>
              </a:ext>
            </a:extLst>
          </p:cNvPr>
          <p:cNvSpPr txBox="1"/>
          <p:nvPr/>
        </p:nvSpPr>
        <p:spPr>
          <a:xfrm>
            <a:off x="10397818" y="799193"/>
            <a:ext cx="1319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Bookmark</a:t>
            </a:r>
            <a:endParaRPr lang="ru-RU" sz="1200" b="1" dirty="0"/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00B8FC9C-3EF1-4338-A1FA-DD50854DCABE}"/>
              </a:ext>
            </a:extLst>
          </p:cNvPr>
          <p:cNvCxnSpPr>
            <a:cxnSpLocks/>
          </p:cNvCxnSpPr>
          <p:nvPr/>
        </p:nvCxnSpPr>
        <p:spPr>
          <a:xfrm>
            <a:off x="10137868" y="1247550"/>
            <a:ext cx="38520" cy="19243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388F5F8-7C31-4DE1-85FF-9BF8513D4AB7}"/>
              </a:ext>
            </a:extLst>
          </p:cNvPr>
          <p:cNvSpPr txBox="1"/>
          <p:nvPr/>
        </p:nvSpPr>
        <p:spPr>
          <a:xfrm>
            <a:off x="9957221" y="1372373"/>
            <a:ext cx="13195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/>
              <a:t>Favourites</a:t>
            </a:r>
            <a:endParaRPr lang="ru-RU" sz="1200" b="1" dirty="0"/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8D209157-838B-4735-9C81-CCB29B8E960B}"/>
              </a:ext>
            </a:extLst>
          </p:cNvPr>
          <p:cNvCxnSpPr>
            <a:cxnSpLocks/>
          </p:cNvCxnSpPr>
          <p:nvPr/>
        </p:nvCxnSpPr>
        <p:spPr>
          <a:xfrm flipH="1">
            <a:off x="1794398" y="674370"/>
            <a:ext cx="111949" cy="17718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0D5080A-F1BF-454D-B977-F443C3ACD723}"/>
              </a:ext>
            </a:extLst>
          </p:cNvPr>
          <p:cNvSpPr txBox="1"/>
          <p:nvPr/>
        </p:nvSpPr>
        <p:spPr>
          <a:xfrm>
            <a:off x="1292823" y="814679"/>
            <a:ext cx="17600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Refresh the current page</a:t>
            </a:r>
            <a:endParaRPr lang="ru-RU" sz="1200" b="1" dirty="0"/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E07872AB-5454-4F7D-A194-92EE02736EB8}"/>
              </a:ext>
            </a:extLst>
          </p:cNvPr>
          <p:cNvCxnSpPr>
            <a:cxnSpLocks/>
          </p:cNvCxnSpPr>
          <p:nvPr/>
        </p:nvCxnSpPr>
        <p:spPr>
          <a:xfrm>
            <a:off x="6370320" y="1649372"/>
            <a:ext cx="1728876" cy="42100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226ADD34-0008-483B-B030-7285F99875F2}"/>
              </a:ext>
            </a:extLst>
          </p:cNvPr>
          <p:cNvCxnSpPr>
            <a:cxnSpLocks/>
          </p:cNvCxnSpPr>
          <p:nvPr/>
        </p:nvCxnSpPr>
        <p:spPr>
          <a:xfrm flipH="1">
            <a:off x="4674870" y="1649372"/>
            <a:ext cx="1695450" cy="42100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5A2BCD7A-1F29-4437-BB4A-511778D97154}"/>
              </a:ext>
            </a:extLst>
          </p:cNvPr>
          <p:cNvCxnSpPr>
            <a:cxnSpLocks/>
          </p:cNvCxnSpPr>
          <p:nvPr/>
        </p:nvCxnSpPr>
        <p:spPr>
          <a:xfrm>
            <a:off x="6370320" y="1649372"/>
            <a:ext cx="903131" cy="42100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A19C95C8-449D-400C-85D9-D2F94818C790}"/>
              </a:ext>
            </a:extLst>
          </p:cNvPr>
          <p:cNvCxnSpPr>
            <a:cxnSpLocks/>
          </p:cNvCxnSpPr>
          <p:nvPr/>
        </p:nvCxnSpPr>
        <p:spPr>
          <a:xfrm>
            <a:off x="6377105" y="1649372"/>
            <a:ext cx="0" cy="39353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0D64E6E0-D8A6-4616-9E5E-3694EB9E87EC}"/>
              </a:ext>
            </a:extLst>
          </p:cNvPr>
          <p:cNvCxnSpPr>
            <a:cxnSpLocks/>
          </p:cNvCxnSpPr>
          <p:nvPr/>
        </p:nvCxnSpPr>
        <p:spPr>
          <a:xfrm flipH="1">
            <a:off x="5544575" y="1649372"/>
            <a:ext cx="818960" cy="39353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78785F0-22B6-4E30-A151-E1BC50FC6927}"/>
              </a:ext>
            </a:extLst>
          </p:cNvPr>
          <p:cNvSpPr txBox="1"/>
          <p:nvPr/>
        </p:nvSpPr>
        <p:spPr>
          <a:xfrm>
            <a:off x="5693723" y="1426858"/>
            <a:ext cx="2964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Clickable image links </a:t>
            </a:r>
            <a:endParaRPr lang="ru-RU" sz="1200" b="1" dirty="0"/>
          </a:p>
        </p:txBody>
      </p:sp>
      <p:cxnSp>
        <p:nvCxnSpPr>
          <p:cNvPr id="44" name="Прямая соединительная линия 43">
            <a:extLst>
              <a:ext uri="{FF2B5EF4-FFF2-40B4-BE49-F238E27FC236}">
                <a16:creationId xmlns:a16="http://schemas.microsoft.com/office/drawing/2014/main" id="{DD56BA6B-33BF-4541-A33D-FBDE3FF367E8}"/>
              </a:ext>
            </a:extLst>
          </p:cNvPr>
          <p:cNvCxnSpPr>
            <a:cxnSpLocks/>
          </p:cNvCxnSpPr>
          <p:nvPr/>
        </p:nvCxnSpPr>
        <p:spPr>
          <a:xfrm>
            <a:off x="2567494" y="699154"/>
            <a:ext cx="1170056" cy="57889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723988A-470B-4AFB-991F-AC9F06626BB6}"/>
              </a:ext>
            </a:extLst>
          </p:cNvPr>
          <p:cNvSpPr txBox="1"/>
          <p:nvPr/>
        </p:nvSpPr>
        <p:spPr>
          <a:xfrm>
            <a:off x="3666769" y="1128553"/>
            <a:ext cx="1008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URL address</a:t>
            </a:r>
            <a:endParaRPr lang="ru-RU" sz="1200" b="1" dirty="0"/>
          </a:p>
        </p:txBody>
      </p: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6E19F17B-4F6E-481A-9256-0A6135C34808}"/>
              </a:ext>
            </a:extLst>
          </p:cNvPr>
          <p:cNvCxnSpPr>
            <a:cxnSpLocks/>
            <a:endCxn id="48" idx="3"/>
          </p:cNvCxnSpPr>
          <p:nvPr/>
        </p:nvCxnSpPr>
        <p:spPr>
          <a:xfrm flipH="1">
            <a:off x="3139440" y="3092446"/>
            <a:ext cx="350520" cy="25528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E2509E5-0BCB-4204-9E5C-F97C5A484C14}"/>
              </a:ext>
            </a:extLst>
          </p:cNvPr>
          <p:cNvSpPr txBox="1"/>
          <p:nvPr/>
        </p:nvSpPr>
        <p:spPr>
          <a:xfrm>
            <a:off x="2249424" y="3209227"/>
            <a:ext cx="8900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Search box</a:t>
            </a:r>
            <a:endParaRPr lang="ru-RU" sz="1200" b="1" dirty="0"/>
          </a:p>
        </p:txBody>
      </p:sp>
      <p:cxnSp>
        <p:nvCxn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6542E514-D8B0-443E-930E-5BA2CF329464}"/>
              </a:ext>
            </a:extLst>
          </p:cNvPr>
          <p:cNvCxnSpPr>
            <a:cxnSpLocks/>
          </p:cNvCxnSpPr>
          <p:nvPr/>
        </p:nvCxnSpPr>
        <p:spPr>
          <a:xfrm flipH="1" flipV="1">
            <a:off x="5002531" y="4144105"/>
            <a:ext cx="73938" cy="46593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1E21F83E-96F7-42D0-ACD9-822985332EBB}"/>
              </a:ext>
            </a:extLst>
          </p:cNvPr>
          <p:cNvCxnSpPr>
            <a:cxnSpLocks/>
          </p:cNvCxnSpPr>
          <p:nvPr/>
        </p:nvCxnSpPr>
        <p:spPr>
          <a:xfrm flipH="1">
            <a:off x="2889825" y="4705350"/>
            <a:ext cx="1925581" cy="29277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7" name="Прямая соединительная линия 66">
            <a:extLst>
              <a:ext uri="{FF2B5EF4-FFF2-40B4-BE49-F238E27FC236}">
                <a16:creationId xmlns:a16="http://schemas.microsoft.com/office/drawing/2014/main" id="{CB1FDFC8-DC82-45A3-BBC0-52747EE93F2D}"/>
              </a:ext>
            </a:extLst>
          </p:cNvPr>
          <p:cNvCxnSpPr>
            <a:cxnSpLocks/>
          </p:cNvCxnSpPr>
          <p:nvPr/>
        </p:nvCxnSpPr>
        <p:spPr>
          <a:xfrm flipH="1">
            <a:off x="4853940" y="4733139"/>
            <a:ext cx="108229" cy="32654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92786F0F-1847-4BAD-97E2-27869ED243AF}"/>
              </a:ext>
            </a:extLst>
          </p:cNvPr>
          <p:cNvSpPr txBox="1"/>
          <p:nvPr/>
        </p:nvSpPr>
        <p:spPr>
          <a:xfrm>
            <a:off x="4685622" y="4510625"/>
            <a:ext cx="2964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Clickable image links </a:t>
            </a:r>
            <a:endParaRPr lang="ru-RU" sz="1200" b="1" dirty="0"/>
          </a:p>
        </p:txBody>
      </p:sp>
      <p:cxnSp>
        <p:nvCxnSpPr>
          <p:cNvPr id="83" name="Прямая соединительная линия 82">
            <a:extLst>
              <a:ext uri="{FF2B5EF4-FFF2-40B4-BE49-F238E27FC236}">
                <a16:creationId xmlns:a16="http://schemas.microsoft.com/office/drawing/2014/main" id="{9E7AC0A1-2A4C-4F22-BA98-6306A8DBECA1}"/>
              </a:ext>
            </a:extLst>
          </p:cNvPr>
          <p:cNvCxnSpPr>
            <a:cxnSpLocks/>
          </p:cNvCxnSpPr>
          <p:nvPr/>
        </p:nvCxnSpPr>
        <p:spPr>
          <a:xfrm flipH="1" flipV="1">
            <a:off x="6025515" y="3442335"/>
            <a:ext cx="619125" cy="13060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A49E9166-DA55-48B3-833D-0F7A99E9C652}"/>
              </a:ext>
            </a:extLst>
          </p:cNvPr>
          <p:cNvSpPr txBox="1"/>
          <p:nvPr/>
        </p:nvSpPr>
        <p:spPr>
          <a:xfrm>
            <a:off x="6580462" y="3392735"/>
            <a:ext cx="29641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Clickable hypertext links </a:t>
            </a:r>
            <a:endParaRPr lang="ru-RU" sz="1200" b="1" dirty="0"/>
          </a:p>
        </p:txBody>
      </p:sp>
      <p:cxnSp>
        <p:nvCxnSpPr>
          <p:cNvPr id="87" name="Прямая соединительная линия 86">
            <a:extLst>
              <a:ext uri="{FF2B5EF4-FFF2-40B4-BE49-F238E27FC236}">
                <a16:creationId xmlns:a16="http://schemas.microsoft.com/office/drawing/2014/main" id="{35A6A8A8-8895-4B01-A2D3-A6E7019B6E93}"/>
              </a:ext>
            </a:extLst>
          </p:cNvPr>
          <p:cNvCxnSpPr>
            <a:cxnSpLocks/>
          </p:cNvCxnSpPr>
          <p:nvPr/>
        </p:nvCxnSpPr>
        <p:spPr>
          <a:xfrm flipH="1" flipV="1">
            <a:off x="5076469" y="3486227"/>
            <a:ext cx="1568171" cy="9214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232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27C4A2A-F745-4082-81C1-5636B4AA4AC9}"/>
              </a:ext>
            </a:extLst>
          </p:cNvPr>
          <p:cNvSpPr txBox="1"/>
          <p:nvPr/>
        </p:nvSpPr>
        <p:spPr>
          <a:xfrm>
            <a:off x="2402243" y="180576"/>
            <a:ext cx="2262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Drop-down menu</a:t>
            </a:r>
            <a:endParaRPr lang="ru-RU" sz="2000" b="1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E7C3A65-4BB2-4130-9907-4343BDF1D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79" y="770051"/>
            <a:ext cx="6144482" cy="5163271"/>
          </a:xfrm>
          <a:prstGeom prst="rect">
            <a:avLst/>
          </a:prstGeom>
        </p:spPr>
      </p:pic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3FA2B88B-BE41-4920-9560-E0FC12611B7A}"/>
              </a:ext>
            </a:extLst>
          </p:cNvPr>
          <p:cNvCxnSpPr>
            <a:cxnSpLocks/>
          </p:cNvCxnSpPr>
          <p:nvPr/>
        </p:nvCxnSpPr>
        <p:spPr>
          <a:xfrm>
            <a:off x="3086922" y="470672"/>
            <a:ext cx="154118" cy="125652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51E9369-20A1-4436-82A8-CB50C5D7842E}"/>
              </a:ext>
            </a:extLst>
          </p:cNvPr>
          <p:cNvSpPr txBox="1"/>
          <p:nvPr/>
        </p:nvSpPr>
        <p:spPr>
          <a:xfrm>
            <a:off x="7574932" y="403887"/>
            <a:ext cx="16148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Close</a:t>
            </a:r>
            <a:endParaRPr lang="ru-RU" sz="2000" b="1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04A00736-5971-4E74-BD1C-1AD948C2FC4B}"/>
              </a:ext>
            </a:extLst>
          </p:cNvPr>
          <p:cNvCxnSpPr>
            <a:cxnSpLocks/>
          </p:cNvCxnSpPr>
          <p:nvPr/>
        </p:nvCxnSpPr>
        <p:spPr>
          <a:xfrm flipH="1">
            <a:off x="7294882" y="740887"/>
            <a:ext cx="359195" cy="21415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D0B07CE-174D-404D-80E7-E9A80AB99E71}"/>
              </a:ext>
            </a:extLst>
          </p:cNvPr>
          <p:cNvSpPr txBox="1"/>
          <p:nvPr/>
        </p:nvSpPr>
        <p:spPr>
          <a:xfrm>
            <a:off x="6602266" y="89178"/>
            <a:ext cx="1000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ffectLst/>
              </a:rPr>
              <a:t>Expand</a:t>
            </a:r>
            <a:endParaRPr lang="ru-RU" sz="2000" b="1" dirty="0"/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E892DCF9-3F25-4A8C-8D01-B8753B36A37B}"/>
              </a:ext>
            </a:extLst>
          </p:cNvPr>
          <p:cNvCxnSpPr>
            <a:cxnSpLocks/>
          </p:cNvCxnSpPr>
          <p:nvPr/>
        </p:nvCxnSpPr>
        <p:spPr>
          <a:xfrm flipH="1">
            <a:off x="6708142" y="427732"/>
            <a:ext cx="175105" cy="47952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B2785B5-C9F7-40E8-A3C3-1BDD99C4D086}"/>
              </a:ext>
            </a:extLst>
          </p:cNvPr>
          <p:cNvSpPr txBox="1"/>
          <p:nvPr/>
        </p:nvSpPr>
        <p:spPr>
          <a:xfrm>
            <a:off x="5357186" y="213443"/>
            <a:ext cx="115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</a:rPr>
              <a:t>Collapse</a:t>
            </a:r>
            <a:endParaRPr lang="ru-RU" b="1" dirty="0"/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7B33AC08-528E-4439-AD68-A20263BFDD87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5936306" y="582775"/>
            <a:ext cx="184220" cy="39373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124E2BE-3EF8-47FD-9A15-D80C194B9C65}"/>
              </a:ext>
            </a:extLst>
          </p:cNvPr>
          <p:cNvSpPr txBox="1"/>
          <p:nvPr/>
        </p:nvSpPr>
        <p:spPr>
          <a:xfrm>
            <a:off x="8077200" y="110471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Do</a:t>
            </a:r>
            <a:r>
              <a:rPr lang="en-US" b="1" dirty="0">
                <a:effectLst/>
              </a:rPr>
              <a:t>wnloads</a:t>
            </a:r>
            <a:endParaRPr lang="ru-RU" b="1" dirty="0"/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DF705288-E41E-4060-A62E-C762AB2823C9}"/>
              </a:ext>
            </a:extLst>
          </p:cNvPr>
          <p:cNvCxnSpPr>
            <a:cxnSpLocks/>
          </p:cNvCxnSpPr>
          <p:nvPr/>
        </p:nvCxnSpPr>
        <p:spPr>
          <a:xfrm flipH="1">
            <a:off x="7294883" y="1379220"/>
            <a:ext cx="851157" cy="12431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8A07AF24-0D22-463A-A45A-611B84D02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970" y="5984597"/>
            <a:ext cx="5811061" cy="52394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D95D218-56A0-4C7C-8109-0E2E6DB29FDF}"/>
              </a:ext>
            </a:extLst>
          </p:cNvPr>
          <p:cNvSpPr txBox="1"/>
          <p:nvPr/>
        </p:nvSpPr>
        <p:spPr>
          <a:xfrm>
            <a:off x="7745210" y="531455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Groups</a:t>
            </a:r>
            <a:endParaRPr lang="ru-RU" b="1" dirty="0"/>
          </a:p>
        </p:txBody>
      </p: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A20C5693-20C9-4F4F-8032-C1E20126ED4F}"/>
              </a:ext>
            </a:extLst>
          </p:cNvPr>
          <p:cNvCxnSpPr>
            <a:cxnSpLocks/>
          </p:cNvCxnSpPr>
          <p:nvPr/>
        </p:nvCxnSpPr>
        <p:spPr>
          <a:xfrm flipH="1">
            <a:off x="6425184" y="5623403"/>
            <a:ext cx="1720856" cy="46454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7AEF8C0-D30B-4186-B5A0-35D4DAA9C0CD}"/>
              </a:ext>
            </a:extLst>
          </p:cNvPr>
          <p:cNvCxnSpPr>
            <a:cxnSpLocks/>
          </p:cNvCxnSpPr>
          <p:nvPr/>
        </p:nvCxnSpPr>
        <p:spPr>
          <a:xfrm flipH="1">
            <a:off x="7294882" y="5619139"/>
            <a:ext cx="851158" cy="41590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EEEDCC52-174B-4264-95B5-C1C36EB643DA}"/>
              </a:ext>
            </a:extLst>
          </p:cNvPr>
          <p:cNvCxnSpPr>
            <a:cxnSpLocks/>
          </p:cNvCxnSpPr>
          <p:nvPr/>
        </p:nvCxnSpPr>
        <p:spPr>
          <a:xfrm>
            <a:off x="8146040" y="5619139"/>
            <a:ext cx="0" cy="46028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>
            <a:extLst>
              <a:ext uri="{FF2B5EF4-FFF2-40B4-BE49-F238E27FC236}">
                <a16:creationId xmlns:a16="http://schemas.microsoft.com/office/drawing/2014/main" id="{C96B124D-223F-46E7-AA48-59FF66CEB994}"/>
              </a:ext>
            </a:extLst>
          </p:cNvPr>
          <p:cNvCxnSpPr>
            <a:cxnSpLocks/>
          </p:cNvCxnSpPr>
          <p:nvPr/>
        </p:nvCxnSpPr>
        <p:spPr>
          <a:xfrm flipH="1" flipV="1">
            <a:off x="9948672" y="5683883"/>
            <a:ext cx="359664" cy="36119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B16E4945-09DE-4EE4-A75B-958A83305762}"/>
              </a:ext>
            </a:extLst>
          </p:cNvPr>
          <p:cNvSpPr txBox="1"/>
          <p:nvPr/>
        </p:nvSpPr>
        <p:spPr>
          <a:xfrm>
            <a:off x="9441436" y="53616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Tab</a:t>
            </a:r>
            <a:endParaRPr lang="ru-RU" b="1" dirty="0"/>
          </a:p>
        </p:txBody>
      </p:sp>
      <p:cxnSp>
        <p:nvCxnSpPr>
          <p:cNvPr id="48" name="Прямая соединительная линия 47">
            <a:extLst>
              <a:ext uri="{FF2B5EF4-FFF2-40B4-BE49-F238E27FC236}">
                <a16:creationId xmlns:a16="http://schemas.microsoft.com/office/drawing/2014/main" id="{810F85DF-4F6C-4961-B2AD-93C5C6A099DC}"/>
              </a:ext>
            </a:extLst>
          </p:cNvPr>
          <p:cNvCxnSpPr>
            <a:cxnSpLocks/>
          </p:cNvCxnSpPr>
          <p:nvPr/>
        </p:nvCxnSpPr>
        <p:spPr>
          <a:xfrm flipH="1" flipV="1">
            <a:off x="6786880" y="2420349"/>
            <a:ext cx="1672714" cy="57962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9" name="Прямая соединительная линия 48">
            <a:extLst>
              <a:ext uri="{FF2B5EF4-FFF2-40B4-BE49-F238E27FC236}">
                <a16:creationId xmlns:a16="http://schemas.microsoft.com/office/drawing/2014/main" id="{59C1C9F6-B571-4445-821D-FA216981A4E1}"/>
              </a:ext>
            </a:extLst>
          </p:cNvPr>
          <p:cNvCxnSpPr>
            <a:cxnSpLocks/>
          </p:cNvCxnSpPr>
          <p:nvPr/>
        </p:nvCxnSpPr>
        <p:spPr>
          <a:xfrm flipH="1" flipV="1">
            <a:off x="6126970" y="2439091"/>
            <a:ext cx="2332624" cy="56088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7DFC0FD-31E4-487E-BD7A-5C999AEBB04E}"/>
              </a:ext>
            </a:extLst>
          </p:cNvPr>
          <p:cNvSpPr txBox="1"/>
          <p:nvPr/>
        </p:nvSpPr>
        <p:spPr>
          <a:xfrm>
            <a:off x="8382342" y="2853514"/>
            <a:ext cx="2964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Clickable image links </a:t>
            </a:r>
            <a:endParaRPr lang="ru-RU" sz="2000" b="1" dirty="0"/>
          </a:p>
        </p:txBody>
      </p:sp>
      <p:cxnSp>
        <p:nvCxnSpPr>
          <p:cNvPr id="57" name="Прямая соединительная линия 56">
            <a:extLst>
              <a:ext uri="{FF2B5EF4-FFF2-40B4-BE49-F238E27FC236}">
                <a16:creationId xmlns:a16="http://schemas.microsoft.com/office/drawing/2014/main" id="{644E03F2-239E-46FC-9E82-A730551DEDAA}"/>
              </a:ext>
            </a:extLst>
          </p:cNvPr>
          <p:cNvCxnSpPr>
            <a:cxnSpLocks/>
          </p:cNvCxnSpPr>
          <p:nvPr/>
        </p:nvCxnSpPr>
        <p:spPr>
          <a:xfrm flipH="1" flipV="1">
            <a:off x="5405121" y="2420349"/>
            <a:ext cx="2197274" cy="136096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C5D6F6DE-F8DC-4151-96C1-1D6E5D622A37}"/>
              </a:ext>
            </a:extLst>
          </p:cNvPr>
          <p:cNvSpPr txBox="1"/>
          <p:nvPr/>
        </p:nvSpPr>
        <p:spPr>
          <a:xfrm>
            <a:off x="7550410" y="3581260"/>
            <a:ext cx="2964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Mail</a:t>
            </a:r>
            <a:endParaRPr lang="ru-RU" sz="20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577370-8404-47B4-839B-28DC486CAA56}"/>
              </a:ext>
            </a:extLst>
          </p:cNvPr>
          <p:cNvSpPr txBox="1"/>
          <p:nvPr/>
        </p:nvSpPr>
        <p:spPr>
          <a:xfrm>
            <a:off x="8054289" y="1889022"/>
            <a:ext cx="7767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</a:t>
            </a:r>
            <a:r>
              <a:rPr lang="ru-RU" b="1" dirty="0" err="1"/>
              <a:t>assword</a:t>
            </a:r>
            <a:r>
              <a:rPr lang="ru-RU" b="1" dirty="0"/>
              <a:t> </a:t>
            </a:r>
            <a:r>
              <a:rPr lang="ru-RU" b="1" dirty="0" err="1"/>
              <a:t>manager</a:t>
            </a:r>
            <a:endParaRPr lang="ru-RU" b="1" dirty="0"/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CA851ED2-6E73-46E6-81ED-E35849757D3D}"/>
              </a:ext>
            </a:extLst>
          </p:cNvPr>
          <p:cNvCxnSpPr>
            <a:cxnSpLocks/>
            <a:stCxn id="26" idx="1"/>
          </p:cNvCxnSpPr>
          <p:nvPr/>
        </p:nvCxnSpPr>
        <p:spPr>
          <a:xfrm flipH="1" flipV="1">
            <a:off x="6739705" y="1550806"/>
            <a:ext cx="1314584" cy="522882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22983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45</Words>
  <Application>Microsoft Office PowerPoint</Application>
  <PresentationFormat>Широкоэкранный</PresentationFormat>
  <Paragraphs>23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Тема Office</vt:lpstr>
      <vt:lpstr>Yandex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Yandex</dc:title>
  <dc:creator>Лера Михайлова</dc:creator>
  <cp:lastModifiedBy>Лера Михайлова</cp:lastModifiedBy>
  <cp:revision>8</cp:revision>
  <dcterms:created xsi:type="dcterms:W3CDTF">2026-02-23T08:31:17Z</dcterms:created>
  <dcterms:modified xsi:type="dcterms:W3CDTF">2026-02-23T09:49:38Z</dcterms:modified>
</cp:coreProperties>
</file>